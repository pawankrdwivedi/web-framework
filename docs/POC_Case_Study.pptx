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Web Framework QA Automation Platform - POC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DC3545"/>
                </a:solidFill>
              </a:defRPr>
            </a:pPr>
            <a:r>
              <a:t>Problem</a:t>
            </a:r>
          </a:p>
          <a:p>
            <a:pPr lvl="1">
              <a:spcAft>
                <a:spcPts val="1200"/>
              </a:spcAft>
              <a:defRPr sz="1100"/>
            </a:pPr>
            <a:r>
              <a:t>Manual testing bottleneck</a:t>
            </a:r>
            <a:br/>
            <a:r>
              <a:t>Low test coverage</a:t>
            </a:r>
            <a:br/>
            <a:r>
              <a:t>Inconsistent automation</a:t>
            </a:r>
          </a:p>
          <a:p>
            <a:pPr>
              <a:spcAft>
                <a:spcPts val="600"/>
              </a:spcAft>
              <a:defRPr b="1" sz="1400">
                <a:solidFill>
                  <a:srgbClr val="28A745"/>
                </a:solidFill>
              </a:defRPr>
            </a:pPr>
            <a:r>
              <a:t>Solution</a:t>
            </a:r>
          </a:p>
          <a:p>
            <a:pPr lvl="1">
              <a:defRPr sz="1100"/>
            </a:pPr>
            <a:r>
              <a:t>BDD Framework</a:t>
            </a:r>
            <a:br/>
            <a:r>
              <a:t>Playwright Integration</a:t>
            </a:r>
            <a:br/>
            <a:r>
              <a:t>Centralized Test Mgmt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188720"/>
            <a:ext cx="2743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07BFF"/>
                </a:solidFill>
              </a:defRPr>
            </a:pPr>
            <a:r>
              <a:t>Key Results</a:t>
            </a:r>
          </a:p>
          <a:p>
            <a:pPr>
              <a:spcAft>
                <a:spcPts val="500"/>
              </a:spcAft>
              <a:defRPr sz="1100"/>
            </a:pPr>
            <a:r>
              <a:t>✓ 80% Test Coverage</a:t>
            </a:r>
          </a:p>
          <a:p>
            <a:pPr>
              <a:spcAft>
                <a:spcPts val="500"/>
              </a:spcAft>
              <a:defRPr sz="1100"/>
            </a:pPr>
            <a:r>
              <a:t>✓ 50% Reduction in QA Time</a:t>
            </a:r>
          </a:p>
          <a:p>
            <a:pPr>
              <a:spcAft>
                <a:spcPts val="500"/>
              </a:spcAft>
              <a:defRPr sz="1100"/>
            </a:pPr>
            <a:r>
              <a:t>✓ 30+ Feature Files Created</a:t>
            </a:r>
          </a:p>
          <a:p>
            <a:pPr>
              <a:spcAft>
                <a:spcPts val="500"/>
              </a:spcAft>
              <a:defRPr sz="1100"/>
            </a:pPr>
            <a:r>
              <a:t>✓ CI/CD Integration Ready</a:t>
            </a:r>
          </a:p>
          <a:p>
            <a:pPr>
              <a:spcAft>
                <a:spcPts val="500"/>
              </a:spcAft>
              <a:defRPr sz="1100"/>
            </a:pPr>
            <a:r>
              <a:t>✓ Cross-browser Testing</a:t>
            </a:r>
          </a:p>
          <a:p>
            <a:pPr>
              <a:spcAft>
                <a:spcPts val="500"/>
              </a:spcAft>
              <a:defRPr sz="1100"/>
            </a:pPr>
            <a:r>
              <a:t>✓ API &amp; UI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2377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FC107"/>
                </a:solidFill>
              </a:defRPr>
            </a:pPr>
            <a:r>
              <a:t>Enterprise Adoption</a:t>
            </a:r>
          </a:p>
          <a:p>
            <a:pPr>
              <a:spcAft>
                <a:spcPts val="1000"/>
              </a:spcAft>
              <a:defRPr b="1" sz="1100">
                <a:solidFill>
                  <a:srgbClr val="28A745"/>
                </a:solidFill>
              </a:defRPr>
            </a:pPr>
            <a:r>
              <a:t>Status: APPROVED</a:t>
            </a:r>
          </a:p>
          <a:p>
            <a:pPr>
              <a:spcAft>
                <a:spcPts val="500"/>
              </a:spcAft>
              <a:defRPr b="1" sz="1000"/>
            </a:pPr>
            <a:r>
              <a:t>Recommended for:</a:t>
            </a:r>
          </a:p>
          <a:p>
            <a:pPr>
              <a:spcAft>
                <a:spcPts val="400"/>
              </a:spcAft>
              <a:defRPr sz="1000"/>
            </a:pPr>
            <a:r>
              <a:t>• Full Production</a:t>
            </a:r>
          </a:p>
          <a:p>
            <a:pPr>
              <a:spcAft>
                <a:spcPts val="400"/>
              </a:spcAft>
              <a:defRPr sz="1000"/>
            </a:pPr>
            <a:r>
              <a:t>• Team Training</a:t>
            </a:r>
          </a:p>
          <a:p>
            <a:pPr>
              <a:spcAft>
                <a:spcPts val="400"/>
              </a:spcAft>
              <a:defRPr sz="1000"/>
            </a:pPr>
            <a:r>
              <a:t>• Process Adoption</a:t>
            </a:r>
          </a:p>
          <a:p>
            <a:pPr>
              <a:spcAft>
                <a:spcPts val="400"/>
              </a:spcAft>
              <a:defRPr sz="1000"/>
            </a:pPr>
            <a:r>
              <a:t>• Scalable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POC Validation Complete | Ready for Enterprise Deployment | High ROI &amp; Scalability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